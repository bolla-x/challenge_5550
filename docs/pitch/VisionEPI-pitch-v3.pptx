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 equipe: nome, curso e o que cada um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Contextualize o problema: o acidente, o custo de vigiar tudo à mão e a necessidade de alerta confiável.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diferenciais. Se sobrar tempo, mostre a portaria como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da esquerda para a direita: câmera, captura, detecção, regras e alertas, tempo real e dashboard. A portaria e as contas por perfil alimentam o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 as principais. Se a equipe usou ferramentas de requisitos, estimativa ou teste (Trello, Jira, planilha), acrescente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este slide no ar por poucos segundos e passe para a gravação da tela. Esta é a parte principal do vídeo.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Diga o quanto a equipe considera pronto e o que falta, com prazo. Seja direto sobre os itens parciais.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rapidamente o código no editor. A portaria decide com regra simples e conservadora, e o rastreador mantém o número da pessoa mesmo quando a caixa muda muito (trecho simplificado).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os benefícios e agradeça à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822960"/>
            <a:ext cx="3108960" cy="3108960"/>
          </a:xfrm>
          <a:prstGeom prst="ellipse">
            <a:avLst/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50876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2344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VisionEPI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5146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inteligente de EPIs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visão computacional e IA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SPI · FIAP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11480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Baraldi Rodrigues  ·  Lucas Zolla Assis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3708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Costa Belisário  ·  Vitor Pantarotto de Brito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Fabio Henrique Pimentel  ·  Mentores: Fernando Marcolina e Wendel de Almeida Passos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está sem EPI,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sem capacete, colete ou luvas causa acidentes graves. Uma planta tem muitas câmeras e poucas pessoas para olhar todas, o tempo todo.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846320" y="731520"/>
            <a:ext cx="3657600" cy="3749040"/>
          </a:xfrm>
          <a:prstGeom prst="roundRect">
            <a:avLst>
              <a:gd name="adj" fmla="val 30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0" y="1051560"/>
            <a:ext cx="640080" cy="640080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7061" y="12179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10332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na hora quem está sem EPI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120640" y="2148840"/>
            <a:ext cx="640080" cy="640080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7061" y="231526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943600" y="21305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Barrar a entrada de quem não está protegido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120640" y="3246120"/>
            <a:ext cx="640080" cy="640080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061" y="341254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32278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sem inundar de alertas falsos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nos diferencia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536192"/>
            <a:ext cx="566928" cy="566928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1683593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modelos de visão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470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pronto (Vyra) e outro treinado por nós em 8.099 imagens (SH17), com os resultados fundidos.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28016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92040" y="1536192"/>
            <a:ext cx="566928" cy="566928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441" y="1683593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2356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que nega na dúvida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18470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câmera exige os EPIs escolhidos. Só libera se todos forem vistos.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292608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68680" y="3182112"/>
            <a:ext cx="566928" cy="566928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3329513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por perfil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4930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vê só a câmera do setor; técnico configura; supervisor cria as contas.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663440" y="292608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92040" y="3182112"/>
            <a:ext cx="566928" cy="566928"/>
          </a:xfrm>
          <a:prstGeom prst="ellipse">
            <a:avLst/>
          </a:prstGeom>
          <a:solidFill>
            <a:srgbClr val="DDF1F5"/>
          </a:solidFill>
          <a:ln w="6350">
            <a:solidFill>
              <a:srgbClr val="DDF1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441" y="3329513"/>
            <a:ext cx="272125" cy="27212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62356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para o supervisor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623560" y="34930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Agrupados por pessoa, sem piscar, com zona de risco própria por câmera.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8138160" cy="3429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17320"/>
            <a:ext cx="11887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1188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· RTSP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1417320"/>
            <a:ext cx="11887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417320"/>
            <a:ext cx="1188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28016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DDF1F5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280160"/>
            <a:ext cx="21031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computacional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Vyra + SH17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Rastreador · Pose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89320" y="141732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417320"/>
            <a:ext cx="1280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 alertas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0" y="14173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0" y="1417320"/>
            <a:ext cx="9144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7452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33756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71500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69480" y="1801368"/>
            <a:ext cx="228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989320" y="2834640"/>
            <a:ext cx="1280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89320" y="283464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real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9000" y="2834640"/>
            <a:ext cx="21945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· técnico · operador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2834640"/>
            <a:ext cx="2194560" cy="731520"/>
          </a:xfrm>
          <a:prstGeom prst="roundRect">
            <a:avLst>
              <a:gd name="adj" fmla="val 12500"/>
            </a:avLst>
          </a:prstGeom>
          <a:solidFill>
            <a:srgbClr val="DDF1F5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e contas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perfil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9400" y="2194560"/>
            <a:ext cx="0" cy="6400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5623560" y="3200400"/>
            <a:ext cx="3657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880360" y="320040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85800" y="3840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enxerga só o que precisa: o operador vê a câmera do setor dele.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LINGUAGENS</a:t>
            </a:r>
            <a:endParaRPr lang="en-US" sz="10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69164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3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066544"/>
            <a:ext cx="246888" cy="2468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4825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3337560" y="118872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566160" y="1325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1709928"/>
            <a:ext cx="246888" cy="24688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77640" y="169164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3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2066544"/>
            <a:ext cx="246888" cy="246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977640" y="204825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· Alembic</a:t>
            </a:r>
            <a:endParaRPr lang="en-US" sz="13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2423160"/>
            <a:ext cx="246888" cy="24688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977640" y="240487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50" dirty="0"/>
          </a:p>
        </p:txBody>
      </p:sp>
      <p:sp>
        <p:nvSpPr>
          <p:cNvPr id="17" name="Shape 10"/>
          <p:cNvSpPr/>
          <p:nvPr/>
        </p:nvSpPr>
        <p:spPr>
          <a:xfrm>
            <a:off x="6035040" y="118872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263640" y="1325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1709928"/>
            <a:ext cx="246888" cy="24688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675120" y="169164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3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2066544"/>
            <a:ext cx="246888" cy="24688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675120" y="204825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3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2423160"/>
            <a:ext cx="246888" cy="24688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675120" y="240487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350" dirty="0"/>
          </a:p>
        </p:txBody>
      </p:sp>
      <p:sp>
        <p:nvSpPr>
          <p:cNvPr id="25" name="Shape 15"/>
          <p:cNvSpPr/>
          <p:nvPr/>
        </p:nvSpPr>
        <p:spPr>
          <a:xfrm>
            <a:off x="640080" y="297180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86868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</a:t>
            </a:r>
            <a:endParaRPr lang="en-US" sz="105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3493008"/>
            <a:ext cx="246888" cy="24688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280160" y="347472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35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968" y="3849624"/>
            <a:ext cx="246888" cy="24688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280160" y="383133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CUDA</a:t>
            </a:r>
            <a:endParaRPr lang="en-US" sz="135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6968" y="4206240"/>
            <a:ext cx="246888" cy="24688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1280160" y="418795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· MediaPipe</a:t>
            </a:r>
            <a:endParaRPr lang="en-US" sz="1350" dirty="0"/>
          </a:p>
        </p:txBody>
      </p:sp>
      <p:sp>
        <p:nvSpPr>
          <p:cNvPr id="33" name="Shape 20"/>
          <p:cNvSpPr/>
          <p:nvPr/>
        </p:nvSpPr>
        <p:spPr>
          <a:xfrm>
            <a:off x="3337560" y="297180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356616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E HARDWARE</a:t>
            </a:r>
            <a:endParaRPr lang="en-US" sz="1050" dirty="0"/>
          </a:p>
        </p:txBody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84448" y="3493008"/>
            <a:ext cx="246888" cy="24688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977640" y="347472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Vyra (EPI, pronto)</a:t>
            </a:r>
            <a:endParaRPr lang="en-US" sz="1350" dirty="0"/>
          </a:p>
        </p:txBody>
      </p:sp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84448" y="3849624"/>
            <a:ext cx="246888" cy="24688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3977640" y="383133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SH17 (treinado por nós)</a:t>
            </a:r>
            <a:endParaRPr lang="en-US" sz="1350" dirty="0"/>
          </a:p>
        </p:txBody>
      </p:sp>
      <p:pic>
        <p:nvPicPr>
          <p:cNvPr id="3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84448" y="4206240"/>
            <a:ext cx="246888" cy="24688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3977640" y="418795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RTX</a:t>
            </a:r>
            <a:endParaRPr lang="en-US" sz="1350" dirty="0"/>
          </a:p>
        </p:txBody>
      </p:sp>
      <p:sp>
        <p:nvSpPr>
          <p:cNvPr id="41" name="Shape 25"/>
          <p:cNvSpPr/>
          <p:nvPr/>
        </p:nvSpPr>
        <p:spPr>
          <a:xfrm>
            <a:off x="6035040" y="2971800"/>
            <a:ext cx="2514600" cy="164592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42" name="Text 26"/>
          <p:cNvSpPr txBox="1"/>
          <p:nvPr/>
        </p:nvSpPr>
        <p:spPr>
          <a:xfrm>
            <a:off x="626364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APOIO</a:t>
            </a:r>
            <a:endParaRPr lang="en-US" sz="1050" dirty="0"/>
          </a:p>
        </p:txBody>
      </p:sp>
      <p:pic>
        <p:nvPicPr>
          <p:cNvPr id="4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1928" y="3493008"/>
            <a:ext cx="246888" cy="246888"/>
          </a:xfrm>
          <a:prstGeom prst="rect">
            <a:avLst/>
          </a:prstGeom>
        </p:spPr>
      </p:pic>
      <p:sp>
        <p:nvSpPr>
          <p:cNvPr id="44" name="Text 27"/>
          <p:cNvSpPr txBox="1"/>
          <p:nvPr/>
        </p:nvSpPr>
        <p:spPr>
          <a:xfrm>
            <a:off x="6675120" y="3474720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370+ testes</a:t>
            </a:r>
            <a:endParaRPr lang="en-US" sz="1350" dirty="0"/>
          </a:p>
        </p:txBody>
      </p:sp>
      <p:pic>
        <p:nvPicPr>
          <p:cNvPr id="4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1928" y="3849624"/>
            <a:ext cx="246888" cy="246888"/>
          </a:xfrm>
          <a:prstGeom prst="rect">
            <a:avLst/>
          </a:prstGeom>
        </p:spPr>
      </p:pic>
      <p:sp>
        <p:nvSpPr>
          <p:cNvPr id="46" name="Text 28"/>
          <p:cNvSpPr txBox="1"/>
          <p:nvPr/>
        </p:nvSpPr>
        <p:spPr>
          <a:xfrm>
            <a:off x="6675120" y="3831336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e GitHub</a:t>
            </a:r>
            <a:endParaRPr lang="en-US" sz="1350" dirty="0"/>
          </a:p>
        </p:txBody>
      </p:sp>
      <p:pic>
        <p:nvPicPr>
          <p:cNvPr id="4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1928" y="4206240"/>
            <a:ext cx="246888" cy="246888"/>
          </a:xfrm>
          <a:prstGeom prst="rect">
            <a:avLst/>
          </a:prstGeom>
        </p:spPr>
      </p:pic>
      <p:sp>
        <p:nvSpPr>
          <p:cNvPr id="48" name="Text 29"/>
          <p:cNvSpPr txBox="1"/>
          <p:nvPr/>
        </p:nvSpPr>
        <p:spPr>
          <a:xfrm>
            <a:off x="6675120" y="418795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49" name="Text 30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005840"/>
            <a:ext cx="2743200" cy="2743200"/>
          </a:xfrm>
          <a:prstGeom prst="ellipse">
            <a:avLst/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4592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46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256032" cy="2560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28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identificadas e alertas por pessoa</a:t>
            </a:r>
            <a:endParaRPr lang="en-US" sz="1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15768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280" y="26700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risco desenhada no vídeo</a:t>
            </a:r>
            <a:endParaRPr lang="en-US" sz="18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82696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097280" y="32369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portaria: negada e liberada</a:t>
            </a:r>
            <a:endParaRPr lang="en-US" sz="18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849624"/>
            <a:ext cx="256032" cy="25603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097280" y="38039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do operador e criação de contas</a:t>
            </a:r>
            <a:endParaRPr lang="en-US" sz="1800" dirty="0"/>
          </a:p>
        </p:txBody>
      </p:sp>
      <p:sp>
        <p:nvSpPr>
          <p:cNvPr id="13" name="Text 6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funciona e o que falta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813816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80744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2984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EPIs e pessoas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977640" y="129844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2984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modelos, rastreador e pose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1728216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5623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17739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 e zona de risco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977640" y="177393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846320" y="177393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Várias câmeras, zona própria em cada uma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31520" y="2203704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3172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224942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 histórico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977640" y="22494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846320" y="22494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Agrupados, com filtros e ações em lote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731520" y="2679192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0720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0" y="27249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portaria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27249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4846320" y="27249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na tela do operador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31520" y="3154680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282696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097280" y="32004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e perfis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3977640" y="32004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846320" y="32004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Operador, técnico e supervisor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731520" y="3630168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758184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097280" y="36758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nas câmeras da planta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3977640" y="36758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846320" y="367588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 conectadas; falta testar a detecção lá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731520" y="4105656"/>
            <a:ext cx="7772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233672"/>
            <a:ext cx="219456" cy="21945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97280" y="415137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da entrega</a:t>
            </a:r>
            <a:endParaRPr lang="en-US" sz="1500" dirty="0"/>
          </a:p>
        </p:txBody>
      </p:sp>
      <p:sp>
        <p:nvSpPr>
          <p:cNvPr id="36" name="Text 27"/>
          <p:cNvSpPr txBox="1"/>
          <p:nvPr/>
        </p:nvSpPr>
        <p:spPr>
          <a:xfrm>
            <a:off x="3977640" y="41513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4846320" y="415137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Requisitos, cronograma e tecnologias em fechamento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0B1220"/>
          </a:solidFill>
          <a:ln w="6350">
            <a:solidFill>
              <a:srgbClr val="0B1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389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gate_service.py · a portaria nega na dúvida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830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avaliar_quadro(compliance, exigidos):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pessoas = compliance.get("people") or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pessoas: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{"verdict": "waiting"}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faltando =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pessoa in pessoas: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ppe = pessoa.get("ppe") or {}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chave in exigidos: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 = ppe.get(chave, {}).get("status")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st != "ok":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faltando.append(chave)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"denied" if faltando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else "approved",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"missing": faltando 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0B1220"/>
          </a:solidFill>
          <a:ln w="6350">
            <a:solidFill>
              <a:srgbClr val="0B12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83480" y="13898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person_tracker.py · a pessoa mantém o número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afinidade(track, det, faltas):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iou = track.iou(det)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iou &gt;= LIMITE_IOU: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1.0 + iou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caixa mudou (sentou, virou):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cai para a distância dos centros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tam = max(track.largura, track.altura)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 = distancia_centros(track, det) / tam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limite = MAX_DIST / (1 + 0.05 * faltas)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dist &lt; limite: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0.5 * (1 - dist / limite)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0.0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4709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08760"/>
            <a:ext cx="685800" cy="685800"/>
          </a:xfrm>
          <a:prstGeom prst="ellipse">
            <a:avLst/>
          </a:prstGeom>
          <a:solidFill>
            <a:srgbClr val="0E7490"/>
          </a:solidFill>
          <a:ln w="6350">
            <a:solidFill>
              <a:srgbClr val="0E74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168706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acidentes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está sem EPI é visto na hora.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83280" y="123444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0" y="1508760"/>
            <a:ext cx="685800" cy="685800"/>
          </a:xfrm>
          <a:prstGeom prst="ellipse">
            <a:avLst/>
          </a:prstGeom>
          <a:solidFill>
            <a:srgbClr val="0E7490"/>
          </a:solidFill>
          <a:ln w="6350">
            <a:solidFill>
              <a:srgbClr val="0E74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908" y="168706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ruído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confiáveis, agrupados por pessoa.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2324A"/>
          </a:solidFill>
          <a:ln w="6350">
            <a:solidFill>
              <a:srgbClr val="12324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85800" cy="685800"/>
          </a:xfrm>
          <a:prstGeom prst="ellipse">
            <a:avLst/>
          </a:prstGeom>
          <a:solidFill>
            <a:srgbClr val="0E7490"/>
          </a:solidFill>
          <a:ln w="6350">
            <a:solidFill>
              <a:srgbClr val="0E749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9108" y="168706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controle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2880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automática e cada perfil vê o que precisa.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023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VisionEPI - Video pitch</dc:title>
  <dc:subject>PptxGenJS Presentation</dc:subject>
  <dc:creator>PptxGenJS</dc:creator>
  <cp:lastModifiedBy>PptxGenJS</cp:lastModifiedBy>
  <cp:revision>1</cp:revision>
  <dcterms:created xsi:type="dcterms:W3CDTF">2026-09-23T03:25:57Z</dcterms:created>
  <dcterms:modified xsi:type="dcterms:W3CDTF">2026-09-23T03:25:57Z</dcterms:modified>
</cp:coreProperties>
</file>