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equipe: nome, curso e o que cada um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o problema: o acidente, o custo de vigiar tudo à mão e a necessidade de alerta confiável.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diferenciais. Se sobrar tempo, mostre a portaria como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da esquerda para a direita: câmera, captura, detecção, regras e alertas, tempo real e dashboard. A portaria e as contas por perfil alimentam o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as principais. Se a equipe usou ferramentas de requisitos, estimativa ou teste (Trello, Jira, planilha), acrescente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no ar por poucos segundos e passe para a gravação da tela. Esta é a parte principal do vídeo.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o quanto a equipe considera pronto e o que falta, com prazo. Seja direto sobre os itens parciais.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rapidamente o código no editor. A portaria decide com regra simples e conservadora, e o rastreador mantém o número da pessoa mesmo quando a caixa muda muito (trecho simplificado).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os benefícios e agradeça à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de EPIs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visão computacional e IA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SPI · FIAP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Baraldi Rodrigues  ·  Lucas Zolla Assis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70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Gonçalves  ·  Vitor Pantarotto de Brito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Fabio Henrique Pimentel  ·  Mentores: Fernando Marcolina e Wendel de Almeida Passos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sem EPI,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sem capacete, colete ou luvas causa acidentes graves. Uma planta tem muitas câmeras e poucas pessoas para olhar todas, o tempo todo.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46320" y="73152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05156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7061" y="1217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1033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na hora quem está sem EPI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20640" y="214884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061" y="23152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0" y="2130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Barrar a entrada de quem não está protegido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120640" y="3246120"/>
            <a:ext cx="640080" cy="640080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061" y="34125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32278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sem inundar de alertas falsos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3619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 de visão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pronto (Vyra) e outro treinado por nós em 8.099 imagens (SH17), com os resultados fundidos.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3619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41" y="16835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que nega na dúvida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câmera exige os EPIs escolhidos. Só libera se todos forem vistos.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318211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332951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perfil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4930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vê só a câmera do setor; técnico configura; supervisor cria as contas.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82112"/>
            <a:ext cx="566928" cy="566928"/>
          </a:xfrm>
          <a:prstGeom prst="ellipse">
            <a:avLst/>
          </a:prstGeom>
          <a:solidFill>
            <a:srgbClr val="DDF1F5"/>
          </a:solidFill>
          <a:ln w="6350">
            <a:solidFill>
              <a:srgbClr val="DDF1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41" y="332951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para o supervisor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930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 por pessoa, sem piscar, com zona de risco própria por câmera.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188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417320"/>
            <a:ext cx="1188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280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DDF1F5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280160"/>
            <a:ext cx="21031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Vyra + SH17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· 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1417320"/>
            <a:ext cx="1280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alertas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4173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417320"/>
            <a:ext cx="914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15000" y="180136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80136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28346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83464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· técnico · operador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283464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DDF1F5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e contas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219456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623560" y="320040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80360" y="320040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858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enxerga só o que precisa: o operador vê a câmera do setor dele.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66544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33756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6616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70992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066544"/>
            <a:ext cx="246888" cy="2468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97764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Alembic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423160"/>
            <a:ext cx="246888" cy="24688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77640" y="240487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035040" y="118872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26364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1709928"/>
            <a:ext cx="246888" cy="24688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675120" y="16916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066544"/>
            <a:ext cx="246888" cy="24688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675120" y="20482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423160"/>
            <a:ext cx="246888" cy="24688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675120" y="240487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4008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86868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3493008"/>
            <a:ext cx="246888" cy="24688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28016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3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" y="3849624"/>
            <a:ext cx="246888" cy="246888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8016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</a:t>
            </a:r>
            <a:endParaRPr lang="en-US" sz="13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4206240"/>
            <a:ext cx="246888" cy="24688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28016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MediaPipe</a:t>
            </a:r>
            <a:endParaRPr lang="en-US" sz="1350" dirty="0"/>
          </a:p>
        </p:txBody>
      </p:sp>
      <p:sp>
        <p:nvSpPr>
          <p:cNvPr id="33" name="Shape 20"/>
          <p:cNvSpPr/>
          <p:nvPr/>
        </p:nvSpPr>
        <p:spPr>
          <a:xfrm>
            <a:off x="333756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356616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 HARDWARE</a:t>
            </a:r>
            <a:endParaRPr lang="en-US" sz="10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4448" y="3493008"/>
            <a:ext cx="246888" cy="24688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397764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Vyra (EPI, pronto)</a:t>
            </a:r>
            <a:endParaRPr lang="en-US" sz="13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4448" y="3849624"/>
            <a:ext cx="246888" cy="24688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397764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SH17 (treinado por nós)</a:t>
            </a:r>
            <a:endParaRPr lang="en-US" sz="13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4448" y="4206240"/>
            <a:ext cx="246888" cy="246888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397764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RTX</a:t>
            </a:r>
            <a:endParaRPr lang="en-US" sz="1350" dirty="0"/>
          </a:p>
        </p:txBody>
      </p:sp>
      <p:sp>
        <p:nvSpPr>
          <p:cNvPr id="41" name="Shape 25"/>
          <p:cNvSpPr/>
          <p:nvPr/>
        </p:nvSpPr>
        <p:spPr>
          <a:xfrm>
            <a:off x="6035040" y="2971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2" name="Text 26"/>
          <p:cNvSpPr txBox="1"/>
          <p:nvPr/>
        </p:nvSpPr>
        <p:spPr>
          <a:xfrm>
            <a:off x="626364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APOIO</a:t>
            </a:r>
            <a:endParaRPr lang="en-US" sz="10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28" y="3493008"/>
            <a:ext cx="246888" cy="246888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6675120" y="34747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370+ testes</a:t>
            </a:r>
            <a:endParaRPr lang="en-US" sz="135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28" y="3849624"/>
            <a:ext cx="246888" cy="246888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6675120" y="38313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 GitHub</a:t>
            </a:r>
            <a:endParaRPr lang="en-US" sz="135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28" y="4206240"/>
            <a:ext cx="246888" cy="246888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6675120" y="418795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49" name="Text 30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459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4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identificadas e alertas por pessoa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1576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7280" y="2670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risco desenhada no vídeo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82696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7280" y="3236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portaria: negada e liberada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962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97280" y="3803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operador e criação de contas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funciona e o que falta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0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EPIs e pessoas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12984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98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modelos, rastreador e pose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1728216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562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e zona de risco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9776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câmeras, zona própria em cada uma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2203704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249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histórico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977640" y="2249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2494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Agrupados, com filtros e ações em lote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2679192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0720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0" y="2724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portaria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2724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na tela do operador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31520" y="3154680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8269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perfis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97764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46320" y="3200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Operador, técnico e supervisor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1520" y="363016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58184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3675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nas câmeras da planta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3977640" y="3675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846320" y="3675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conectadas; falta testar a detecção lá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31520" y="4105656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3367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097280" y="4151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da entrega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3977640" y="41513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41513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cronograma e tecnologias em fechamento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gate_service.py · a portaria nega na dúvida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avaliar_quadro(compliance, exigidos):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pessoas = compliance.get("people") or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pessoas: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{"verdict": "waiting"}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faltando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pessoa in pessoas: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ppe = pessoa.get("ppe") or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chave in exigidos: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ppe.get(chave, {}).get("status")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 != "ok":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faltando.append(chave)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"verdict": "denied" if faltando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else "approved",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"missing": faltando 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person_tracker.py · a pessoa mantém o número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afinidade(track, det, faltas):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iou = track.iou(det)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iou &gt;= LIMITE_IOU: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1.0 + iou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caixa mudou (sentou, virou):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cai para a distância dos centros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tam = max(track.largura, track.altura)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distancia_centros(track, det) / tam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limite = MAX_DIST / (1 + 0.05 * faltas)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dist &lt; limite: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0.5 * (1 - dist / limite)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6870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acidentes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sem EPI é visto na hora.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16870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ruído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confiáveis, agrupados por pessoa.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rgbClr val="0E7490"/>
          </a:solidFill>
          <a:ln w="6350">
            <a:solidFill>
              <a:srgbClr val="0E74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16870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controle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automática e cada perfil vê o que precisa.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VisionEPI - Video pitch</dc:title>
  <dc:subject>PptxGenJS Presentation</dc:subject>
  <dc:creator>PptxGenJS</dc:creator>
  <cp:lastModifiedBy>PptxGenJS</cp:lastModifiedBy>
  <cp:revision>1</cp:revision>
  <dcterms:created xsi:type="dcterms:W3CDTF">2026-09-23T03:25:57Z</dcterms:created>
  <dcterms:modified xsi:type="dcterms:W3CDTF">2026-09-23T03:25:57Z</dcterms:modified>
</cp:coreProperties>
</file>