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a equipe: nome, curso e o que cada um fez.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Contextualize o problema: o acidente, o custo de vigiar tudo à mão e a necessidade de alerta confiável.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diferenciais. Se sobrar tempo, dê o exemplo do falso positivo de capacete que o LLM corrigiu.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da esquerda para a direita: câmera, captura, detecção, regras, alertas e dashboard. O LLM roda ao lado, fora do caminho do vídeo.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Cite as principais. Se a equipe usou ferramentas de requisitos, estimativa ou teste (Trello, Jira, planilha), acrescente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Deixe este slide no ar por poucos segundos e passe para a gravação da tela. Esta é a parte principal do vídeo.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Diga o quanto a equipe considera pronto e o que falta, com prazo. Seja direto sobre os itens parciais.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rapidamente o código no editor. A portaria decide com regra simples e conservadora, e a resposta do LLM só entra no sistema se cumprir o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 os benefícios e agradeça à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VisionEPI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514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inteligente de EPIs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visão computacional e IA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03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SPI · FIAP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605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1]  ·  [Nome 2]  ·  [Nome 3]  ·  [Curso / turma]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está sem EPI,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onde?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Trabalhar sem capacete, colete ou luvas causa acidentes graves. Uma planta tem muitas câmeras e poucas pessoas para olhar todas, o tempo todo.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120640" y="960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806440" y="97840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na hora quem está sem EPI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120640" y="2011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806440" y="202996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Barrar a entrada de quem não está protegido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30632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308152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sem inundar de alertas falsos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4617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nos diferencia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1463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modelos de visão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8745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pronto (Vyra) e outro treinado por nós em 8.099 imagens (SH17), com os resultados fundidos.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463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212080" y="1463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Portaria que nega na dúvida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18745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câmera exige os EPIs escolhidos. Só libera se todos forem vistos.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063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063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como segunda opinião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4747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modelo de linguagem com visão revisa o quadro. Nunca cria nem apaga alertas.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063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3063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para o supervisor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34747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Agrupados por pessoa, sem piscar, com zona de risco própria por câmera.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4617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118872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1188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Câmeras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 · RTSP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3120" y="1417320"/>
            <a:ext cx="118872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03120" y="1417320"/>
            <a:ext cx="1188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1280160"/>
            <a:ext cx="21031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5875">
            <a:solidFill>
              <a:srgbClr val="0E749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280160"/>
            <a:ext cx="210312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computacional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· Vyra + SH17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Rastreador · Pose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0" y="1417320"/>
            <a:ext cx="1280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0" y="1417320"/>
            <a:ext cx="1280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e alertas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98080" y="1417320"/>
            <a:ext cx="1005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0" y="1417320"/>
            <a:ext cx="1005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828800" y="1801368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291840" y="1801368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669280" y="1801368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23760" y="1801368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43600" y="2834640"/>
            <a:ext cx="1280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0" y="2834640"/>
            <a:ext cx="1280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real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0" y="3931920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5F6F8"/>
          </a:solidFill>
          <a:ln w="15875">
            <a:solidFill>
              <a:srgbClr val="F5F6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0" y="3931920"/>
            <a:ext cx="25603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React · supervisor, técnico, operador e portaria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583680" y="2194560"/>
            <a:ext cx="0" cy="64008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83680" y="3566160"/>
            <a:ext cx="0" cy="36576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566160" y="2834640"/>
            <a:ext cx="210312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7C3AED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3566160" y="2834640"/>
            <a:ext cx="21031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multimodal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· assíncrono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 flipH="1">
            <a:off x="4937760" y="2103120"/>
            <a:ext cx="1005840" cy="731520"/>
          </a:xfrm>
          <a:prstGeom prst="line">
            <a:avLst/>
          </a:prstGeom>
          <a:noFill/>
          <a:ln w="19050">
            <a:solidFill>
              <a:srgbClr val="7C3AED"/>
            </a:solidFill>
            <a:prstDash val="dash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669280" y="3200400"/>
            <a:ext cx="274320" cy="0"/>
          </a:xfrm>
          <a:prstGeom prst="line">
            <a:avLst/>
          </a:prstGeom>
          <a:noFill/>
          <a:ln w="19050">
            <a:solidFill>
              <a:srgbClr val="7C3AED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40080" y="30632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Roxo: a segunda opinião roda fora do caminho do vídeo.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0" y="4617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LINGUAGENS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337560" y="1463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18288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· Socket.IO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· Alembic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463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8288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· Vite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 · Motion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063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4290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· PyTorch + CUDA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· MediaPipe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3063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GENERATIVA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337560" y="34290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(API do Google)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em JSON validada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3063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APOIO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34290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· mais de 370 testes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e GitHub · Claude Code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4617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0312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identificadas e alertas por pessoa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risco desenhada no vídeo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portaria: negada e liberada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do operador e criação de contas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617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funciona e o que falta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 de EPIs e pessoas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749040" y="13258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modelos, rastreador e pose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46504"/>
            <a:ext cx="795528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8013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Câmeras e zona de risco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18013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18013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Várias câmeras, zona própria em cada uma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221992"/>
            <a:ext cx="795528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27685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e histórico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227685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227685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Agrupados, com filtros e ações em lote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2697480"/>
            <a:ext cx="795528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7523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portaria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749040" y="27523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75234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Testado na tela do operador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172968"/>
            <a:ext cx="795528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Contas e perfis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749040" y="32278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754880" y="32278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Operador, técnico e supervisor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3648456"/>
            <a:ext cx="795528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(segunda opinião)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749040" y="3703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754880" y="3703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e tela prontos; falta ligar a chave da API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4123944"/>
            <a:ext cx="795528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0080" y="41788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nas câmeras da planta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749040" y="41788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754880" y="41788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Câmeras conectadas; falta testar a detecção lá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4617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931920" cy="3063240"/>
          </a:xfrm>
          <a:prstGeom prst="roundRect">
            <a:avLst>
              <a:gd name="adj" fmla="val 2388"/>
            </a:avLst>
          </a:prstGeom>
          <a:solidFill>
            <a:srgbClr val="0B1220"/>
          </a:solidFill>
          <a:ln w="6350">
            <a:solidFill>
              <a:srgbClr val="0B1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gate_service.py · a portaria nega na dúvida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10512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avaliar_quadro(compliance, exigidos):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pessoas = compliance.get("people") or []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pessoas: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{"verdict": "waiting"}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faltando = []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pessoa in pessoas: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ppe = pessoa.get("ppe") or {}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chave in exigidos: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 = ppe.get(chave, {}).get("status")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st != "ok":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faltando.append(chave)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"denied" if faltando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else "approved",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"missing": faltando }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754880" y="1371600"/>
            <a:ext cx="3749040" cy="3063240"/>
          </a:xfrm>
          <a:prstGeom prst="roundRect">
            <a:avLst>
              <a:gd name="adj" fmla="val 2388"/>
            </a:avLst>
          </a:prstGeom>
          <a:solidFill>
            <a:srgbClr val="0B1220"/>
          </a:solidFill>
          <a:ln w="6350">
            <a:solidFill>
              <a:srgbClr val="0B12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4630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app/llm · resposta validada por schema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810512"/>
            <a:ext cx="3383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AnaliseRisco(BaseModel):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model_config = ConfigDict(extra="forbid")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nivel_risco: NivelDeRisco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epis_ausentes: list[str]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justificativa: str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confianca: float  # 0.0 a 1.0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acao_recomendada: str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resposta fora do schema: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nunca vira alerta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LLM nao cria, nao resolve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e nao apaga alertas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4617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acidentes.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ruído.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controle.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461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está sem EPI é visto na hora, os alertas são confiáveis e a portaria é automática.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VisionEPI - Video pitch</dc:title>
  <dc:subject>PptxGenJS Presentation</dc:subject>
  <dc:creator>PptxGenJS</dc:creator>
  <cp:lastModifiedBy>PptxGenJS</cp:lastModifiedBy>
  <cp:revision>1</cp:revision>
  <dcterms:created xsi:type="dcterms:W3CDTF">2026-09-21T01:34:22Z</dcterms:created>
  <dcterms:modified xsi:type="dcterms:W3CDTF">2026-09-21T01:34:22Z</dcterms:modified>
</cp:coreProperties>
</file>