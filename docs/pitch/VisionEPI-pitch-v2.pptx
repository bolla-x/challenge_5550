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equipe: nome, curso e o que cada um fez.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 o problema: o acidente, o custo de vigiar tudo à mão e a necessidade de alerta confiável.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diferenciais. Se sobrar tempo, dê o exemplo do falso positivo de capacete que o LLM corrigiu.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da esquerda para a direita: câmera, captura, detecção, regras, alertas e dashboard. O LLM roda ao lado, fora do caminho do vídeo.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as principais. Se a equipe usou ferramentas de requisitos, estimativa ou teste (Trello, Jira, planilha), acrescente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no ar por poucos segundos e passe para a gravação da tela. Esta é a parte principal do vídeo.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o quanto a equipe considera pronto e o que falta, com prazo. Seja direto sobre os itens parciais.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rapidamente o código no editor. A portaria decide com regra simples e conservadora, e a resposta do LLM só entra no sistema se cumprir o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os benefícios e agradeça à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822960"/>
            <a:ext cx="3108960" cy="31089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0876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14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inteligente de EPIs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visão computacional e IA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SPI · FIAP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1]  ·  [Nome 2]  ·  [Nome 3]  ·  [Curso / turma]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sem EPI,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onde?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sem capacete, colete ou luvas causa acidentes graves. Uma planta tem muitas câmeras e poucas pessoas para olhar todas, o tempo todo.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846320" y="731520"/>
            <a:ext cx="3657600" cy="3749040"/>
          </a:xfrm>
          <a:prstGeom prst="roundRect">
            <a:avLst>
              <a:gd name="adj" fmla="val 30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051560"/>
            <a:ext cx="640080" cy="640080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7061" y="1217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10332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na hora quem está sem EPI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20640" y="2148840"/>
            <a:ext cx="640080" cy="640080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061" y="23152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43600" y="21305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Barrar a entrada de quem não está protegido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120640" y="3246120"/>
            <a:ext cx="640080" cy="640080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061" y="34125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0" y="32278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sem inundar de alertas falsos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diferencia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36192"/>
            <a:ext cx="566928" cy="566928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1683593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modelos de visão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470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pronto (Vyra) e outro treinado por nós em 8.099 imagens (SH17), com os resultados fundidos.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536192"/>
            <a:ext cx="566928" cy="566928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441" y="168359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que nega na dúvida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8470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câmera exige os EPIs escolhidos. Só libera se todos forem vistos.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9260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680" y="3182112"/>
            <a:ext cx="566928" cy="566928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332951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como segunda opinião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4930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de linguagem com visão revisa o quadro. Nunca cria nem apaga alertas.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182112"/>
            <a:ext cx="566928" cy="566928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41" y="3329513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para o supervisor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4930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Agrupados por pessoa, sem piscar, com zona de risco própria por câmera.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8138160" cy="3429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188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RTSP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141732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417320"/>
            <a:ext cx="1188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28016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DDF1F5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280160"/>
            <a:ext cx="21031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Vyra + SH17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Rastreador · Pose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1417320"/>
            <a:ext cx="1280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alertas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14173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1417320"/>
            <a:ext cx="914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180136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37560" y="180136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15000" y="180136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180136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283464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3886200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0" y="3886200"/>
            <a:ext cx="2423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· técnico · operador · portaria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194560"/>
            <a:ext cx="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35661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11880" y="283464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361188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multimodal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assíncrono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H="1">
            <a:off x="4937760" y="2103120"/>
            <a:ext cx="1051560" cy="73152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15000" y="3200400"/>
            <a:ext cx="27432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8580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segunda opinião (roxo) roda fora do caminho do vídeo.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9164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66544"/>
            <a:ext cx="246888" cy="24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04825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337560" y="118872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566160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709928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169164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2066544"/>
            <a:ext cx="246888" cy="24688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977640" y="204825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Alembic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2423160"/>
            <a:ext cx="246888" cy="24688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977640" y="240487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035040" y="118872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263640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1709928"/>
            <a:ext cx="246888" cy="24688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675120" y="169164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066544"/>
            <a:ext cx="246888" cy="24688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675120" y="204825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2423160"/>
            <a:ext cx="246888" cy="246888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675120" y="240487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640080" y="2971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86868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3493008"/>
            <a:ext cx="246888" cy="246888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1280160" y="347472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3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" y="3849624"/>
            <a:ext cx="246888" cy="246888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280160" y="383133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CUDA</a:t>
            </a:r>
            <a:endParaRPr lang="en-US" sz="13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" y="4206240"/>
            <a:ext cx="246888" cy="24688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280160" y="418795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MediaPipe</a:t>
            </a:r>
            <a:endParaRPr lang="en-US" sz="1350" dirty="0"/>
          </a:p>
        </p:txBody>
      </p:sp>
      <p:sp>
        <p:nvSpPr>
          <p:cNvPr id="33" name="Shape 20"/>
          <p:cNvSpPr/>
          <p:nvPr/>
        </p:nvSpPr>
        <p:spPr>
          <a:xfrm>
            <a:off x="3337560" y="2971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34" name="Text 21"/>
          <p:cNvSpPr txBox="1"/>
          <p:nvPr/>
        </p:nvSpPr>
        <p:spPr>
          <a:xfrm>
            <a:off x="356616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0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4448" y="3493008"/>
            <a:ext cx="246888" cy="246888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3977640" y="347472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(API)</a:t>
            </a:r>
            <a:endParaRPr lang="en-US" sz="13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4448" y="3849624"/>
            <a:ext cx="246888" cy="246888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3977640" y="383133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Pydantic: schema</a:t>
            </a:r>
            <a:endParaRPr lang="en-US" sz="13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4448" y="4206240"/>
            <a:ext cx="246888" cy="246888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3977640" y="418795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RTX</a:t>
            </a:r>
            <a:endParaRPr lang="en-US" sz="1350" dirty="0"/>
          </a:p>
        </p:txBody>
      </p:sp>
      <p:sp>
        <p:nvSpPr>
          <p:cNvPr id="41" name="Shape 25"/>
          <p:cNvSpPr/>
          <p:nvPr/>
        </p:nvSpPr>
        <p:spPr>
          <a:xfrm>
            <a:off x="6035040" y="2971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42" name="Text 26"/>
          <p:cNvSpPr txBox="1"/>
          <p:nvPr/>
        </p:nvSpPr>
        <p:spPr>
          <a:xfrm>
            <a:off x="626364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APOIO</a:t>
            </a:r>
            <a:endParaRPr lang="en-US" sz="105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28" y="3493008"/>
            <a:ext cx="246888" cy="246888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6675120" y="347472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370+ testes</a:t>
            </a:r>
            <a:endParaRPr lang="en-US" sz="135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28" y="3849624"/>
            <a:ext cx="246888" cy="246888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6675120" y="383133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 GitHub</a:t>
            </a:r>
            <a:endParaRPr lang="en-US" sz="135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1928" y="4206240"/>
            <a:ext cx="246888" cy="246888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6675120" y="418795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49" name="Text 30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005840"/>
            <a:ext cx="2743200" cy="2743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459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4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728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identificadas e alertas por pessoa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15768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97280" y="2670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risco desenhada no vídeo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82696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97280" y="3236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portaria: negada e liberada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9624"/>
            <a:ext cx="256032" cy="25603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97280" y="3803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do operador e criação de contas</a:t>
            </a:r>
            <a:endParaRPr lang="en-US" sz="1800" dirty="0"/>
          </a:p>
        </p:txBody>
      </p:sp>
      <p:sp>
        <p:nvSpPr>
          <p:cNvPr id="13" name="Text 6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funciona e o que falta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338328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807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298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EPIs e pessoas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12984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2984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modelos, rastreador e pose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1728216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562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1773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e zona de risco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977640" y="17739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773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câmeras, zona própria em cada uma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2203704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2494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 histórico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977640" y="22494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2494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Agrupados, com filtros e ações em lote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1520" y="2679192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0720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7280" y="27249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portaria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3977640" y="2724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2724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na tela do operador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31520" y="3154680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8269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97280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perfis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977640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846320" y="3200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Operador, técnico e supervisor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31520" y="3630168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58184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97280" y="3675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(segunda opinião)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3977640" y="3675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846320" y="3675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tela prontos; falta ligar a chave da API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731520" y="4105656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33672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097280" y="41513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nas câmeras da planta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3977640" y="41513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41513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conectadas; falta testar a detecção lá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gate_service.py · a portaria nega na dúvida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avaliar_quadro(compliance, exigidos):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pessoas = compliance.get("people") or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pessoas: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{"verdict": "waiting"}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faltando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pessoa in pessoas: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ppe = pessoa.get("ppe") or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chave in exigidos: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 = ppe.get(chave, {}).get("status")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st != "ok":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faltando.append(chave)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"verdict": "denied" if faltando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else "approved",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"missing": faltando 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app/llm · resposta validada por schema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8308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AnaliseRisco(BaseModel):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model_config = ConfigDict(extra="forbid")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nivel_risco: NivelDeRisco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epis_ausentes: list[str]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justificativa: str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confianca: float  # 0.0 a 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acao_recomendada: str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resposta fora do schema: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nunca vira alerta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LLM nao cria, nao resolve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e nao apaga alertas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685800" cy="685800"/>
          </a:xfrm>
          <a:prstGeom prst="ellipse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16870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acidentes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sem EPI é visto na hora.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234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0" y="1508760"/>
            <a:ext cx="685800" cy="685800"/>
          </a:xfrm>
          <a:prstGeom prst="ellipse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16870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ruído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confiáveis, agrupados por pessoa.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85800" cy="685800"/>
          </a:xfrm>
          <a:prstGeom prst="ellipse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16870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controle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automática e cada perfil vê o que precisa.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VisionEPI - Video pitch</dc:title>
  <dc:subject>PptxGenJS Presentation</dc:subject>
  <dc:creator>PptxGenJS</dc:creator>
  <cp:lastModifiedBy>PptxGenJS</cp:lastModifiedBy>
  <cp:revision>1</cp:revision>
  <dcterms:created xsi:type="dcterms:W3CDTF">2026-09-21T01:39:10Z</dcterms:created>
  <dcterms:modified xsi:type="dcterms:W3CDTF">2026-09-21T01:39:10Z</dcterms:modified>
</cp:coreProperties>
</file>