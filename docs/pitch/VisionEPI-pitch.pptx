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equipe: nome, curso e o que cada um fez.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 o problema em poucas palavras: o acidente, o custo de vigiar tudo à mão e a necessidade de alerta confiável.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Quatro diferenciais. Se sobrar tempo, dê o exemplo do falso positivo de capacete que o LLM corrigiu.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o fluxo da esquerda para a direita: câmera, captura, detecção, regras, alertas e dashboard. O LLM roda ao lado, fora do caminho do vídeo. O diagrama completo está em docs/arquitetura-sprint3.svg.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as principais. Se a equipe usou outras ferramentas de requisitos, estimativa ou teste (Trello, Jira, planilha), acrescente aqui.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Deixe este slide no ar por poucos segundos e passe para a gravação da tela. Esta é a parte principal do vídeo: mais de 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Diga a porcentagem que a equipe combinar (nossa estimativa: cerca de 80%). Seja direto sobre o que falta e quando será feito.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rapidamente o código no editor. Estes trechos são o resumo: a portaria decide com regra simples e conservadora, e a resposta do LLM só entra no sistema se cumprir o schema.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os benefícios e agradeça à banca.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Monitoramento inteligente de EPIs com visão computacional e IA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SPI · FIAP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2]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[Nome do integrante 3]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[Curso / turma]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desafio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problema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Trabalhar sem capacete, colete ou luvas causa acidentes graves.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planta tem muitas câmeras e poucas pessoas para olhar todas, o tempo todo.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4612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necessidade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9164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na hora quem está sem EPI e onde.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Barrar a entrada de quem não está protegido.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Avisar sem inundar o supervisor de alertas falsos.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035040" y="1188720"/>
            <a:ext cx="2651760" cy="31089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2984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Nossa resposta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91640"/>
            <a:ext cx="228600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sistema que assiste às câmeras, detecta os EPIs de cada pessoa, cria alertas confiáveis e controla a portaria.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torna o projeto inovador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modelos de visão trabalhando juntos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pronto (Vyra) e outro treinado por nós em 8.099 imagens (SH17) dividem o quadro e os resultados são fundidos.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937760" y="129844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que nega na dúvida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9164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câmera exige os EPIs que escolhermos. Só libera se todos forem vistos.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008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como segunda opinião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3832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modelo de linguagem com visão revisa o quadro, mas nunca cria nem apaga alertas: quem decide é a pessoa.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54880" y="2880360"/>
            <a:ext cx="393192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4937760" y="29900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pensados para o supervisor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4937760" y="338328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Agrupados por pessoa, sem piscar, com pausa depois de resolvidos e zona de risco própria por câmera.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da solução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118872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65760" y="1234440"/>
            <a:ext cx="11887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webcam · RTSP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828800" y="1234440"/>
            <a:ext cx="1371600" cy="777240"/>
          </a:xfrm>
          <a:prstGeom prst="roundRect">
            <a:avLst>
              <a:gd name="adj" fmla="val 9412"/>
            </a:avLst>
          </a:prstGeom>
          <a:solidFill>
            <a:srgbClr val="E2E8F0"/>
          </a:solidFill>
          <a:ln w="15875">
            <a:solidFill>
              <a:srgbClr val="47556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828800" y="1234440"/>
            <a:ext cx="137160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74720" y="1097280"/>
            <a:ext cx="2011680" cy="1051560"/>
          </a:xfrm>
          <a:prstGeom prst="roundRect">
            <a:avLst>
              <a:gd name="adj" fmla="val 6957"/>
            </a:avLst>
          </a:prstGeom>
          <a:solidFill>
            <a:srgbClr val="DBEAFE"/>
          </a:solidFill>
          <a:ln w="15875">
            <a:solidFill>
              <a:srgbClr val="2563E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74720" y="1097280"/>
            <a:ext cx="201168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(Vyra + SH17)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Rastreador · MediaPipe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760720" y="123444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0" y="1234440"/>
            <a:ext cx="1463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e alertas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1234440"/>
            <a:ext cx="128016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0" y="1234440"/>
            <a:ext cx="12801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1627632"/>
            <a:ext cx="27432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200400" y="1627632"/>
            <a:ext cx="27432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1627632"/>
            <a:ext cx="27432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223760" y="1627632"/>
            <a:ext cx="274320" cy="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2697480"/>
            <a:ext cx="146304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760720" y="2697480"/>
            <a:ext cx="146304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real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760720" y="3840480"/>
            <a:ext cx="3017520" cy="731520"/>
          </a:xfrm>
          <a:prstGeom prst="roundRect">
            <a:avLst>
              <a:gd name="adj" fmla="val 10000"/>
            </a:avLst>
          </a:prstGeom>
          <a:solidFill>
            <a:srgbClr val="FEF9C3"/>
          </a:solidFill>
          <a:ln w="15875">
            <a:solidFill>
              <a:srgbClr val="CA8A0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760720" y="3840480"/>
            <a:ext cx="3017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3F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React: supervisor, técnico, operador e portaria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011680"/>
            <a:ext cx="0" cy="68580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492240" y="3474720"/>
            <a:ext cx="0" cy="365760"/>
          </a:xfrm>
          <a:prstGeom prst="line">
            <a:avLst/>
          </a:prstGeom>
          <a:noFill/>
          <a:ln w="22225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3474720" y="2788920"/>
            <a:ext cx="2011680" cy="777240"/>
          </a:xfrm>
          <a:prstGeom prst="roundRect">
            <a:avLst>
              <a:gd name="adj" fmla="val 9412"/>
            </a:avLst>
          </a:prstGeom>
          <a:solidFill>
            <a:srgbClr val="EDE9FE"/>
          </a:solidFill>
          <a:ln w="15875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474720" y="2788920"/>
            <a:ext cx="201168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multimodal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(assíncrono)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 flipH="1">
            <a:off x="5029200" y="1828800"/>
            <a:ext cx="731520" cy="960120"/>
          </a:xfrm>
          <a:prstGeom prst="line">
            <a:avLst/>
          </a:prstGeom>
          <a:noFill/>
          <a:ln w="22225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6" name="Shape 24"/>
          <p:cNvSpPr/>
          <p:nvPr/>
        </p:nvSpPr>
        <p:spPr>
          <a:xfrm flipV="1">
            <a:off x="5486400" y="3108960"/>
            <a:ext cx="274320" cy="182880"/>
          </a:xfrm>
          <a:prstGeom prst="line">
            <a:avLst/>
          </a:prstGeom>
          <a:noFill/>
          <a:ln w="22225">
            <a:solidFill>
              <a:srgbClr val="7C3AED"/>
            </a:solidFill>
            <a:prstDash val="dash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" y="2788920"/>
            <a:ext cx="2651760" cy="777240"/>
          </a:xfrm>
          <a:prstGeom prst="roundRect">
            <a:avLst>
              <a:gd name="adj" fmla="val 9412"/>
            </a:avLst>
          </a:prstGeom>
          <a:solidFill>
            <a:srgbClr val="F3F4F6"/>
          </a:solidFill>
          <a:ln w="15875">
            <a:solidFill>
              <a:srgbClr val="9CA3AF"/>
            </a:solidFill>
            <a:prstDash val="dash"/>
          </a:ln>
        </p:spPr>
      </p:sp>
      <p:sp>
        <p:nvSpPr>
          <p:cNvPr id="28" name="Text 26"/>
          <p:cNvSpPr txBox="1"/>
          <p:nvPr/>
        </p:nvSpPr>
        <p:spPr>
          <a:xfrm>
            <a:off x="365760" y="2788920"/>
            <a:ext cx="265176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externo (Telegram)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 flipH="1">
            <a:off x="3017520" y="1783080"/>
            <a:ext cx="2743200" cy="1234440"/>
          </a:xfrm>
          <a:prstGeom prst="line">
            <a:avLst/>
          </a:prstGeom>
          <a:noFill/>
          <a:ln w="22225">
            <a:solidFill>
              <a:srgbClr val="9CA3AF"/>
            </a:solidFill>
            <a:prstDash val="dash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365760" y="39319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Azul: detecção · Roxo: interpretação da cena · Verde: decisão e armazenamento · Tracejado: opcional ou planejado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Tecnologias utilizadas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Linguagens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4612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42900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42900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· Flask-SocketIO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 · Alembic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09728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217920" y="120700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1600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· Motion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4008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computacional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 (Ultralytics)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+ CUDA (RTX)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· MediaPipe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4612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42900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generativa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42900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(API do Google)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em JSON validada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278892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6217920" y="28986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e apoio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29184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pytest: mais de 370 testes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e GitHub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Code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ao vivo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Câmera com pessoas identificadas e alertas por pessoa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de risco desenhada no vídeo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Resolver alertas e histórico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Modo portaria: negada e liberada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do operador</a:t>
            </a:r>
            <a:endParaRPr lang="en-US" sz="22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2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conta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já funciona e o que falta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1280160"/>
                <a:gridCol w="4023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Detecção de EPIs e pessoas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modelos, rastreador e pose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Câmeras e zona de risco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Várias câmeras, zona própria em cada uma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Alertas e histórico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Agrupados, filtros, ações em lote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Modo portaria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Testado na tela do operador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Contas e perfis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Operador, técnico e supervisor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(segunda opinião)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Código e tela prontos; falta ligar a chave da API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nas câmeras da planta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530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Parcial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Câmeras conectadas; falta testar a detecção lá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Aviso externo (Telegram)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B4231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 do bot da equipe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Principais códigos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gate_service.py: a portaria nega na dúvida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48132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avaliar_quadro(compliance, exigidos):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pessoas = compliance.get("people") or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not pessoas: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{"verdict": "waiting"}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faltando = []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pessoa in pessoas: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ppe = pessoa.get("ppe") or {}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for chave in exigidos: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 = ppe.get(chave, {}).get("status")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if st != "ok":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faltando.append(chave)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"verdict": "denied" if faltando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else "approved",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"missing": faltando }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383280"/>
          </a:xfrm>
          <a:prstGeom prst="roundRect">
            <a:avLst>
              <a:gd name="adj" fmla="val 1622"/>
            </a:avLst>
          </a:prstGeom>
          <a:solidFill>
            <a:srgbClr val="0F172A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800600" y="117043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app/llm: resposta validada por schema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800600" y="1481328"/>
            <a:ext cx="3749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AnaliseRisco(BaseModel):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model_config = ConfigDict(extra="forbid")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nivel_risco: NivelDeRisco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epis_ausentes: list[str]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justificativa: str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confianca: float  # 0.0 a 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acao_recomendada: str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resposta fora do schema: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nunca vira alerta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 LLM nao cria, nao resolve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e nao apaga alertas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7548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VisionEPI · 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Benefícios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acidentes: quem está sem EPI é visto na hora.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ruído: alertas confiáveis, agrupados por pessoa.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Portaria automática: só entra quem está protegido.</a:t>
            </a:r>
            <a:endParaRPr lang="en-US" sz="20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perfil vê só o que precisa.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9319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VisionEPI - Video pitch</dc:title>
  <dc:subject>PptxGenJS Presentation</dc:subject>
  <dc:creator>PptxGenJS</dc:creator>
  <cp:lastModifiedBy>PptxGenJS</cp:lastModifiedBy>
  <cp:revision>1</cp:revision>
  <dcterms:created xsi:type="dcterms:W3CDTF">2026-09-21T00:21:41Z</dcterms:created>
  <dcterms:modified xsi:type="dcterms:W3CDTF">2026-09-21T00:21:41Z</dcterms:modified>
</cp:coreProperties>
</file>