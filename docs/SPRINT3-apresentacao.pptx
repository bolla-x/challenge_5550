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v1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Segura</c:v>
                  </c:pt>
                  <c:pt idx="1">
                    <c:v>Risco</c:v>
                  </c:pt>
                  <c:pt idx="2">
                    <c:v>Ambígua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v2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Segura</c:v>
                  </c:pt>
                  <c:pt idx="1">
                    <c:v>Risco</c:v>
                  </c:pt>
                  <c:pt idx="2">
                    <c:v>Ambígua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Sprint 2 detecta EPIs; a Sprint 3 acrescenta um modelo de linguagem com visão que interpreta a situação.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caso da cena segura é o argumento central: o detector sozinho acusa dois falsos positivos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completo está em docs/arquitetura-sprint3.svg. A regra central: o LLM complementa o detector, nunca decide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Alternativas não testadas: APIs pagas de outros fornecedores e modelos abertos locais. Modelo local manteria as imagens dentro da empresa, mas disputaria a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Medição real: seis chamadas gravadas em tests/goldens. A previsão de que a v2 reportaria menos ausências na cena ambígua estava errada e foi publicada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completos em docs/SPRINT3-EXEMPLOS.md.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honestidade sobre o tamanho da amostra faz parte do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completa com os nove critérios do enunciado em docs/SPRINT3-RELATORIO.md.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segurança industrial, decisões críticas não podem depender só da resposta de um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risco com LLM multimodal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da detecção de objetos à interpretação da cena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não é entender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detector (YOLO) erra sozinho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segura: dois trabalhadores de capacete branco e colete.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YOLO acusou "sem capacete", severidade crítica, para os dois.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falso gasta a atenção do supervisor e ensina a ignorar os alertas.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multimodal lê o contexto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quadro e uma instrução em linguagem natural.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"ausente" de "não visível", pesa a atividade e a exposição, e explica o raciocínio.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JSON estruturado para o sistema usar.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LLM entra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27632" y="1554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65376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1554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3552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43984" y="1554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81728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554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89904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schema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60336" y="1554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opinião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fora do loop de vídeo: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chamada por câmera, descarta em vez de enfileirar.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informa: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cria, não resolve e não apaga alertas.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fora do schema é descartada: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vira alerta.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 integração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gemini-3.6-flash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imagem e texto e aceita saída em JSON.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fixada no .env, sem alias "latest", para os testes gravados manterem o sentido.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consome a GPU local, que já roda o YOLO e a pose.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gratuito, ideal para o protótipo.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integrado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só em alerta criado, reaproveitando o JPEG já codificado pelo loop.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em FPS dentro do ruído (-2% a +2% em 3 de 4 execuções).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chave da API, a camada nasce desligada e o resto do sistema funciona normal.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v1 contra v2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 apontados como ausentes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pede a análise e o formato.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manda contar as pessoas, separar "ausente" de "não visível", calibrar a confiança e ponderar pela atividade.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cena segura, v1 trocou 2 falsos positivos de capacete por 3 de luva, óculos e máscara, com 0,90 de confiança.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errada, publicada: na cena ambígua, v2 ficou igual à v1.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cenas, três leituras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de capacete e colete.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(v2): "ambos utilizando capacete e colete refletivo". EPIs ausentes: nenhum. Risco médio, confiança 0,80.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Ponte, cerca de 9 pessoas sem capacete nem colete.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(v2): ausentes capacete e colete. Ressalva que luvas, óculos e calçado não dá para confirmar à distância.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Ambígua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 capacete, nenhum de colete, concretagem.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falta colete. LLM: aponta luvas e óculos. Depende da norma da atividade; o sistema mostra as duas leituras.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críticos de capacete corrigidos na cena segura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4688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criados, apagados ou alterados pelo LLM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a 38 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4688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por análise, sempre fora do loop de vídeo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cenas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4688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provam que o fluxo funciona, não medem acurácia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3 de 3 acontece 12,5% das vezes por sorte. Precisão exigiria dezenas de cenas anotadas.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e LLM se complementam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(Sprint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multimodal (Sprint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objetos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Forte: caixa, posição e contagem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Descreve, sem caixa nem coordenada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Não: só vê o que está no quadro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atividade, oclusão e exposição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treino e erra fora do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Nenhum, só o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8 a 10 quadros por segundo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 38 s por análise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imagem, mesma resposta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 com o prompt; pode errar ou inventar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local, zero por chamada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 no protótipo; por imagem em escala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Sprint 3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3 imagens: prova existência, não acurácia.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sai da empresa para uma API de terceiros: pede análise de LGPD.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reexecutado com o detector atual (Vyra + SH17).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anotado para medir precisão de verdade.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um modelo local, mantendo as imagens na planta.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aos alertas externos e ao dashboard, com validação humana antes de qualquer decisão crítica.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VisionEPI - Sprint 3</dc:title>
  <dc:subject>PptxGenJS Presentation</dc:subject>
  <dc:creator>PptxGenJS</dc:creator>
  <cp:lastModifiedBy>PptxGenJS</cp:lastModifiedBy>
  <cp:revision>1</cp:revision>
  <dcterms:created xsi:type="dcterms:W3CDTF">2026-09-20T20:48:47Z</dcterms:created>
  <dcterms:modified xsi:type="dcterms:W3CDTF">2026-09-20T20:48:47Z</dcterms:modified>
</cp:coreProperties>
</file>